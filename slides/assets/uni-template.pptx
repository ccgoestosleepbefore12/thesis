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305" r:id="rId2"/>
    <p:sldId id="261" r:id="rId3"/>
    <p:sldId id="303" r:id="rId4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7">
          <p15:clr>
            <a:srgbClr val="A4A3A4"/>
          </p15:clr>
        </p15:guide>
        <p15:guide id="2" orient="horz" pos="3207">
          <p15:clr>
            <a:srgbClr val="A4A3A4"/>
          </p15:clr>
        </p15:guide>
        <p15:guide id="3" pos="295">
          <p15:clr>
            <a:srgbClr val="A4A3A4"/>
          </p15:clr>
        </p15:guide>
        <p15:guide id="4" pos="54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94764" autoAdjust="0"/>
  </p:normalViewPr>
  <p:slideViewPr>
    <p:cSldViewPr snapToGrid="0">
      <p:cViewPr>
        <p:scale>
          <a:sx n="75" d="100"/>
          <a:sy n="75" d="100"/>
        </p:scale>
        <p:origin x="2010" y="1170"/>
      </p:cViewPr>
      <p:guideLst>
        <p:guide orient="horz" pos="1007"/>
        <p:guide orient="horz" pos="3207"/>
        <p:guide pos="295"/>
        <p:guide pos="54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 smtClean="0"/>
              <a:t>Titel der Präsentation</a:t>
            </a:r>
            <a:endParaRPr lang="en-US" b="1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23EA8153-FA0D-4567-B612-097BE51EB0E1}" type="datetime1">
              <a:rPr lang="de-DE" sz="800" smtClean="0"/>
              <a:t>01.06.2017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 smtClean="0"/>
              <a:t>Universität Stuttgart</a:t>
            </a:r>
            <a:endParaRPr lang="en-US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 mod="1"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000" y="244800"/>
            <a:ext cx="5904000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 smtClean="0"/>
              <a:t>Titel der Präsentation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828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595BC8A2-6DC3-4ACD-A374-BAFE1684372B}" type="datetime1">
              <a:rPr lang="de-DE" smtClean="0"/>
              <a:t>01.06.2017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68313" y="1009019"/>
            <a:ext cx="4937125" cy="30861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68313" y="4400550"/>
            <a:ext cx="5903912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68000" y="8776800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 smtClean="0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271200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05DD1DF0-DD4E-4B0C-B0FD-D16D9D2A9750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009650"/>
            <a:ext cx="49371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Titel der Präsentation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5433E71-67B5-4DEA-9517-E30C091F2FCA}" type="datetime1">
              <a:rPr lang="de-DE" smtClean="0"/>
              <a:t>01.06.2017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27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43092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578969" y="1004400"/>
            <a:ext cx="4320000" cy="4320000"/>
          </a:xfrm>
          <a:prstGeom prst="ellipse">
            <a:avLst/>
          </a:prstGeom>
          <a:solidFill>
            <a:schemeClr val="accent3"/>
          </a:solidFill>
        </p:spPr>
        <p:txBody>
          <a:bodyPr wrap="squar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 durch Klicken </a:t>
            </a:r>
            <a:br>
              <a:rPr lang="de-DE" dirty="0" smtClean="0"/>
            </a:br>
            <a:r>
              <a:rPr lang="de-DE" dirty="0" smtClean="0"/>
              <a:t>hinzufügen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0138" y="3621600"/>
            <a:ext cx="3240688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7396488" y="407520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Vorname </a:t>
            </a:r>
            <a:br>
              <a:rPr lang="de-DE" dirty="0" smtClean="0"/>
            </a:br>
            <a:r>
              <a:rPr lang="de-DE" dirty="0" smtClean="0"/>
              <a:t>Name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4400" y="656409"/>
            <a:ext cx="1628471" cy="1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32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43092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1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578969" y="1004400"/>
            <a:ext cx="4320000" cy="43200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 durch Klicken </a:t>
            </a:r>
            <a:br>
              <a:rPr lang="de-DE" dirty="0" smtClean="0"/>
            </a:br>
            <a:r>
              <a:rPr lang="de-DE" dirty="0" smtClean="0"/>
              <a:t>hinzufügen</a:t>
            </a:r>
            <a:endParaRPr lang="de-DE" dirty="0"/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96488" y="407520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/>
            </a:lvl1pPr>
          </a:lstStyle>
          <a:p>
            <a:r>
              <a:rPr lang="de-DE" dirty="0" err="1" smtClean="0"/>
              <a:t>Sublogo</a:t>
            </a:r>
            <a:r>
              <a:rPr lang="de-DE" dirty="0" smtClean="0"/>
              <a:t> einfügen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smtClean="0"/>
              <a:t>Institutsname max. 2-zeilig, bitte hier klicken und überschreiben</a:t>
            </a:r>
            <a:endParaRPr lang="de-DE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5210138" y="3621600"/>
            <a:ext cx="3240688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8425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7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7253288" y="5256213"/>
            <a:ext cx="1422400" cy="30480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 smtClean="0"/>
              <a:t>Sublogo</a:t>
            </a:r>
            <a:r>
              <a:rPr lang="de-DE" dirty="0" smtClean="0"/>
              <a:t> einfügen</a:t>
            </a:r>
            <a:endParaRPr lang="de-DE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36720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smtClean="0"/>
              <a:t>Institutsname max. 2-zeilig, bitte hier klicken und überschreiben</a:t>
            </a:r>
            <a:endParaRPr lang="de-DE" dirty="0"/>
          </a:p>
        </p:txBody>
      </p:sp>
      <p:sp>
        <p:nvSpPr>
          <p:cNvPr id="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970585" y="1004399"/>
            <a:ext cx="3911553" cy="391155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7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 durch Klicken </a:t>
            </a:r>
            <a:br>
              <a:rPr lang="de-DE" dirty="0" smtClean="0"/>
            </a:br>
            <a:r>
              <a:rPr lang="de-DE" dirty="0" smtClean="0"/>
              <a:t>hinzufügen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0887" y="3248562"/>
            <a:ext cx="2898507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9766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University </a:t>
            </a:r>
            <a:r>
              <a:rPr lang="de-DE" dirty="0" err="1" smtClean="0"/>
              <a:t>of</a:t>
            </a:r>
            <a:r>
              <a:rPr lang="de-DE" dirty="0" smtClean="0"/>
              <a:t> Stuttgart, IAS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8" name="bk object 17"/>
          <p:cNvSpPr/>
          <p:nvPr userDrawn="1"/>
        </p:nvSpPr>
        <p:spPr>
          <a:xfrm>
            <a:off x="1279949" y="0"/>
            <a:ext cx="6544309" cy="3926204"/>
          </a:xfrm>
          <a:custGeom>
            <a:avLst/>
            <a:gdLst/>
            <a:ahLst/>
            <a:cxnLst/>
            <a:rect l="l" t="t" r="r" b="b"/>
            <a:pathLst>
              <a:path w="6544309" h="3926204">
                <a:moveTo>
                  <a:pt x="68016" y="0"/>
                </a:moveTo>
                <a:lnTo>
                  <a:pt x="42823" y="123182"/>
                </a:lnTo>
                <a:lnTo>
                  <a:pt x="10846" y="385553"/>
                </a:lnTo>
                <a:lnTo>
                  <a:pt x="0" y="653897"/>
                </a:lnTo>
                <a:lnTo>
                  <a:pt x="10846" y="922242"/>
                </a:lnTo>
                <a:lnTo>
                  <a:pt x="42823" y="1184612"/>
                </a:lnTo>
                <a:lnTo>
                  <a:pt x="95089" y="1440166"/>
                </a:lnTo>
                <a:lnTo>
                  <a:pt x="166802" y="1688062"/>
                </a:lnTo>
                <a:lnTo>
                  <a:pt x="257120" y="1927457"/>
                </a:lnTo>
                <a:lnTo>
                  <a:pt x="365200" y="2157510"/>
                </a:lnTo>
                <a:lnTo>
                  <a:pt x="490201" y="2377378"/>
                </a:lnTo>
                <a:lnTo>
                  <a:pt x="631281" y="2586220"/>
                </a:lnTo>
                <a:lnTo>
                  <a:pt x="787597" y="2783193"/>
                </a:lnTo>
                <a:lnTo>
                  <a:pt x="958308" y="2967456"/>
                </a:lnTo>
                <a:lnTo>
                  <a:pt x="1142571" y="3138167"/>
                </a:lnTo>
                <a:lnTo>
                  <a:pt x="1339545" y="3294482"/>
                </a:lnTo>
                <a:lnTo>
                  <a:pt x="1548387" y="3435561"/>
                </a:lnTo>
                <a:lnTo>
                  <a:pt x="1768256" y="3560562"/>
                </a:lnTo>
                <a:lnTo>
                  <a:pt x="1998308" y="3668642"/>
                </a:lnTo>
                <a:lnTo>
                  <a:pt x="2237703" y="3758959"/>
                </a:lnTo>
                <a:lnTo>
                  <a:pt x="2485598" y="3830671"/>
                </a:lnTo>
                <a:lnTo>
                  <a:pt x="2741151" y="3882937"/>
                </a:lnTo>
                <a:lnTo>
                  <a:pt x="3003520" y="3914914"/>
                </a:lnTo>
                <a:lnTo>
                  <a:pt x="3271862" y="3925760"/>
                </a:lnTo>
                <a:lnTo>
                  <a:pt x="3540207" y="3914914"/>
                </a:lnTo>
                <a:lnTo>
                  <a:pt x="3802577" y="3882937"/>
                </a:lnTo>
                <a:lnTo>
                  <a:pt x="4058131" y="3830671"/>
                </a:lnTo>
                <a:lnTo>
                  <a:pt x="4306027" y="3758959"/>
                </a:lnTo>
                <a:lnTo>
                  <a:pt x="4545422" y="3668642"/>
                </a:lnTo>
                <a:lnTo>
                  <a:pt x="4775475" y="3560562"/>
                </a:lnTo>
                <a:lnTo>
                  <a:pt x="4995343" y="3435561"/>
                </a:lnTo>
                <a:lnTo>
                  <a:pt x="5204185" y="3294482"/>
                </a:lnTo>
                <a:lnTo>
                  <a:pt x="5401159" y="3138167"/>
                </a:lnTo>
                <a:lnTo>
                  <a:pt x="5585421" y="2967456"/>
                </a:lnTo>
                <a:lnTo>
                  <a:pt x="5756132" y="2783193"/>
                </a:lnTo>
                <a:lnTo>
                  <a:pt x="5912448" y="2586220"/>
                </a:lnTo>
                <a:lnTo>
                  <a:pt x="6053527" y="2377378"/>
                </a:lnTo>
                <a:lnTo>
                  <a:pt x="6178527" y="2157510"/>
                </a:lnTo>
                <a:lnTo>
                  <a:pt x="6286607" y="1927457"/>
                </a:lnTo>
                <a:lnTo>
                  <a:pt x="6376924" y="1688062"/>
                </a:lnTo>
                <a:lnTo>
                  <a:pt x="6448637" y="1440166"/>
                </a:lnTo>
                <a:lnTo>
                  <a:pt x="6500902" y="1184612"/>
                </a:lnTo>
                <a:lnTo>
                  <a:pt x="6532879" y="922242"/>
                </a:lnTo>
                <a:lnTo>
                  <a:pt x="6543725" y="653897"/>
                </a:lnTo>
                <a:lnTo>
                  <a:pt x="6532879" y="385553"/>
                </a:lnTo>
                <a:lnTo>
                  <a:pt x="6500902" y="123182"/>
                </a:lnTo>
                <a:lnTo>
                  <a:pt x="6475709" y="0"/>
                </a:lnTo>
                <a:lnTo>
                  <a:pt x="68016" y="0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0" y="900000"/>
            <a:ext cx="4118110" cy="1360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0" y="629826"/>
            <a:ext cx="4118110" cy="22159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2710761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799" y="2250000"/>
            <a:ext cx="5526581" cy="900000"/>
          </a:xfr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0" y="1944000"/>
            <a:ext cx="3026729" cy="22159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Unterkapitel</a:t>
            </a:r>
          </a:p>
        </p:txBody>
      </p:sp>
    </p:spTree>
    <p:extLst>
      <p:ext uri="{BB962C8B-B14F-4D97-AF65-F5344CB8AC3E}">
        <p14:creationId xmlns:p14="http://schemas.microsoft.com/office/powerpoint/2010/main" val="3178261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object 2"/>
          <p:cNvSpPr/>
          <p:nvPr userDrawn="1"/>
        </p:nvSpPr>
        <p:spPr>
          <a:xfrm>
            <a:off x="410148" y="-91410"/>
            <a:ext cx="7198359" cy="4796155"/>
          </a:xfrm>
          <a:custGeom>
            <a:avLst/>
            <a:gdLst/>
            <a:ahLst/>
            <a:cxnLst/>
            <a:rect l="l" t="t" r="r" b="b"/>
            <a:pathLst>
              <a:path w="7198359" h="4796155">
                <a:moveTo>
                  <a:pt x="6992384" y="0"/>
                </a:moveTo>
                <a:lnTo>
                  <a:pt x="205721" y="0"/>
                </a:lnTo>
                <a:lnTo>
                  <a:pt x="183482" y="58947"/>
                </a:lnTo>
                <a:lnTo>
                  <a:pt x="104598" y="331632"/>
                </a:lnTo>
                <a:lnTo>
                  <a:pt x="47105" y="612741"/>
                </a:lnTo>
                <a:lnTo>
                  <a:pt x="11930" y="901348"/>
                </a:lnTo>
                <a:lnTo>
                  <a:pt x="0" y="1196526"/>
                </a:lnTo>
                <a:lnTo>
                  <a:pt x="11930" y="1491704"/>
                </a:lnTo>
                <a:lnTo>
                  <a:pt x="47105" y="1780311"/>
                </a:lnTo>
                <a:lnTo>
                  <a:pt x="104598" y="2061420"/>
                </a:lnTo>
                <a:lnTo>
                  <a:pt x="183482" y="2334105"/>
                </a:lnTo>
                <a:lnTo>
                  <a:pt x="282831" y="2597440"/>
                </a:lnTo>
                <a:lnTo>
                  <a:pt x="401719" y="2850498"/>
                </a:lnTo>
                <a:lnTo>
                  <a:pt x="539220" y="3092354"/>
                </a:lnTo>
                <a:lnTo>
                  <a:pt x="694408" y="3322080"/>
                </a:lnTo>
                <a:lnTo>
                  <a:pt x="866356" y="3538751"/>
                </a:lnTo>
                <a:lnTo>
                  <a:pt x="1054138" y="3741441"/>
                </a:lnTo>
                <a:lnTo>
                  <a:pt x="1256827" y="3929223"/>
                </a:lnTo>
                <a:lnTo>
                  <a:pt x="1473498" y="4101171"/>
                </a:lnTo>
                <a:lnTo>
                  <a:pt x="1703225" y="4256358"/>
                </a:lnTo>
                <a:lnTo>
                  <a:pt x="1945080" y="4393859"/>
                </a:lnTo>
                <a:lnTo>
                  <a:pt x="2198139" y="4512748"/>
                </a:lnTo>
                <a:lnTo>
                  <a:pt x="2461473" y="4612097"/>
                </a:lnTo>
                <a:lnTo>
                  <a:pt x="2734158" y="4690981"/>
                </a:lnTo>
                <a:lnTo>
                  <a:pt x="3015267" y="4748474"/>
                </a:lnTo>
                <a:lnTo>
                  <a:pt x="3303874" y="4783648"/>
                </a:lnTo>
                <a:lnTo>
                  <a:pt x="3599053" y="4795579"/>
                </a:lnTo>
                <a:lnTo>
                  <a:pt x="3894231" y="4783648"/>
                </a:lnTo>
                <a:lnTo>
                  <a:pt x="4182838" y="4748474"/>
                </a:lnTo>
                <a:lnTo>
                  <a:pt x="4463947" y="4690981"/>
                </a:lnTo>
                <a:lnTo>
                  <a:pt x="4736632" y="4612097"/>
                </a:lnTo>
                <a:lnTo>
                  <a:pt x="4999966" y="4512748"/>
                </a:lnTo>
                <a:lnTo>
                  <a:pt x="5253025" y="4393859"/>
                </a:lnTo>
                <a:lnTo>
                  <a:pt x="5494880" y="4256358"/>
                </a:lnTo>
                <a:lnTo>
                  <a:pt x="5724607" y="4101171"/>
                </a:lnTo>
                <a:lnTo>
                  <a:pt x="5941278" y="3929223"/>
                </a:lnTo>
                <a:lnTo>
                  <a:pt x="6143967" y="3741441"/>
                </a:lnTo>
                <a:lnTo>
                  <a:pt x="6331749" y="3538751"/>
                </a:lnTo>
                <a:lnTo>
                  <a:pt x="6503697" y="3322080"/>
                </a:lnTo>
                <a:lnTo>
                  <a:pt x="6658885" y="3092354"/>
                </a:lnTo>
                <a:lnTo>
                  <a:pt x="6796386" y="2850498"/>
                </a:lnTo>
                <a:lnTo>
                  <a:pt x="6915274" y="2597440"/>
                </a:lnTo>
                <a:lnTo>
                  <a:pt x="7014623" y="2334105"/>
                </a:lnTo>
                <a:lnTo>
                  <a:pt x="7093507" y="2061420"/>
                </a:lnTo>
                <a:lnTo>
                  <a:pt x="7151000" y="1780311"/>
                </a:lnTo>
                <a:lnTo>
                  <a:pt x="7186175" y="1491704"/>
                </a:lnTo>
                <a:lnTo>
                  <a:pt x="7198106" y="1196526"/>
                </a:lnTo>
                <a:lnTo>
                  <a:pt x="7186175" y="901348"/>
                </a:lnTo>
                <a:lnTo>
                  <a:pt x="7151000" y="612741"/>
                </a:lnTo>
                <a:lnTo>
                  <a:pt x="7093507" y="331632"/>
                </a:lnTo>
                <a:lnTo>
                  <a:pt x="7014623" y="58947"/>
                </a:lnTo>
                <a:lnTo>
                  <a:pt x="699238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endParaRPr lang="de-DE" dirty="0"/>
          </a:p>
        </p:txBody>
      </p:sp>
      <p:sp>
        <p:nvSpPr>
          <p:cNvPr id="6" name="object 3"/>
          <p:cNvSpPr/>
          <p:nvPr userDrawn="1"/>
        </p:nvSpPr>
        <p:spPr>
          <a:xfrm>
            <a:off x="5559362" y="3040401"/>
            <a:ext cx="2049145" cy="2049145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7" name="object 8"/>
          <p:cNvSpPr txBox="1"/>
          <p:nvPr userDrawn="1"/>
        </p:nvSpPr>
        <p:spPr>
          <a:xfrm>
            <a:off x="5907214" y="1625721"/>
            <a:ext cx="1295400" cy="3064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95"/>
              </a:lnSpc>
            </a:pPr>
            <a:r>
              <a:rPr lang="de-DE" sz="20000" b="1" dirty="0" smtClean="0">
                <a:solidFill>
                  <a:srgbClr val="BFBFBF"/>
                </a:solidFill>
                <a:latin typeface="Arial"/>
                <a:cs typeface="Arial"/>
              </a:rPr>
              <a:t>„</a:t>
            </a:r>
            <a:endParaRPr lang="de-DE" sz="20000" dirty="0">
              <a:latin typeface="Arial"/>
              <a:cs typeface="Arial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936000"/>
            <a:ext cx="4834626" cy="185227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0" y="3024000"/>
            <a:ext cx="3805721" cy="46399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549376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3960000" cy="34925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5688" y="1597025"/>
            <a:ext cx="3960000" cy="34920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624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597026"/>
            <a:ext cx="3960000" cy="239148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909916"/>
            <a:ext cx="3960000" cy="3179609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15688" y="1597026"/>
            <a:ext cx="3960000" cy="239148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15688" y="1909916"/>
            <a:ext cx="3960000" cy="3179609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460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4176000" cy="34925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597024"/>
            <a:ext cx="3780000" cy="1710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3379525"/>
            <a:ext cx="3780000" cy="1710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841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4176860" cy="34925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597025"/>
            <a:ext cx="3780000" cy="3492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3934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0" y="1597025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655800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1597025"/>
            <a:ext cx="2664000" cy="411797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1597025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655800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23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111537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1245972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57322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703823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996000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4126599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4424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1115373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57631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4007159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1245972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706910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4137758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955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70" y="2315783"/>
            <a:ext cx="2814039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1169244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800"/>
            <a:ext cx="234029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600000"/>
            <a:ext cx="234029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21" name="Rechteck 20"/>
          <p:cNvSpPr/>
          <p:nvPr userDrawn="1"/>
        </p:nvSpPr>
        <p:spPr>
          <a:xfrm>
            <a:off x="3896476" y="2315783"/>
            <a:ext cx="2814039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583495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3214800"/>
            <a:ext cx="234029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600000"/>
            <a:ext cx="234029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362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71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1022226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3318957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3858957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56731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56731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17" name="Rechteck 16"/>
          <p:cNvSpPr/>
          <p:nvPr userDrawn="1"/>
        </p:nvSpPr>
        <p:spPr>
          <a:xfrm>
            <a:off x="6155688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Bildplatzhalter 7"/>
          <p:cNvSpPr>
            <a:spLocks noGrp="1" noChangeAspect="1"/>
          </p:cNvSpPr>
          <p:nvPr>
            <p:ph type="pic" sz="quarter" idx="20"/>
          </p:nvPr>
        </p:nvSpPr>
        <p:spPr>
          <a:xfrm>
            <a:off x="6695688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393462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393462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809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13" y="2315783"/>
            <a:ext cx="2029913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840865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24" name="Rechteck 23"/>
          <p:cNvSpPr/>
          <p:nvPr userDrawn="1"/>
        </p:nvSpPr>
        <p:spPr>
          <a:xfrm>
            <a:off x="2545454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2904093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79437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79437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28" name="Rechteck 27"/>
          <p:cNvSpPr/>
          <p:nvPr userDrawn="1"/>
        </p:nvSpPr>
        <p:spPr>
          <a:xfrm>
            <a:off x="4608682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Bildplatzhalter 7"/>
          <p:cNvSpPr>
            <a:spLocks noGrp="1" noChangeAspect="1"/>
          </p:cNvSpPr>
          <p:nvPr>
            <p:ph type="pic" sz="quarter" idx="20"/>
          </p:nvPr>
        </p:nvSpPr>
        <p:spPr>
          <a:xfrm>
            <a:off x="4967321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44560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44560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32" name="Rechteck 31"/>
          <p:cNvSpPr/>
          <p:nvPr userDrawn="1"/>
        </p:nvSpPr>
        <p:spPr>
          <a:xfrm>
            <a:off x="6671909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Bildplatzhalter 7"/>
          <p:cNvSpPr>
            <a:spLocks noGrp="1" noChangeAspect="1"/>
          </p:cNvSpPr>
          <p:nvPr>
            <p:ph type="pic" sz="quarter" idx="23"/>
          </p:nvPr>
        </p:nvSpPr>
        <p:spPr>
          <a:xfrm>
            <a:off x="7030548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9683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9683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4972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 smtClean="0"/>
              <a:t>Untertitel durch Klicken bearbeiten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6512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University of Stuttgart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0249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13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4168800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Adresse</a:t>
            </a:r>
            <a:endParaRPr lang="de-DE" dirty="0" smtClean="0"/>
          </a:p>
        </p:txBody>
      </p:sp>
      <p:sp>
        <p:nvSpPr>
          <p:cNvPr id="6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396000" y="21240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325600"/>
            <a:ext cx="3290054" cy="216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2174400" y="2757600"/>
            <a:ext cx="2211862" cy="808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e-mail</a:t>
            </a:r>
            <a:r>
              <a:rPr lang="de-DE" dirty="0" smtClean="0"/>
              <a:t>	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phone </a:t>
            </a:r>
            <a:r>
              <a:rPr lang="de-DE" dirty="0" smtClean="0"/>
              <a:t>	+49 (0) 711 685-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>
                <a:tab pos="541338" algn="l"/>
              </a:tabLst>
              <a:defRPr/>
            </a:pPr>
            <a:r>
              <a:rPr lang="de-DE" smtClean="0"/>
              <a:t>fax </a:t>
            </a:r>
            <a:r>
              <a:rPr lang="de-DE" dirty="0" smtClean="0"/>
              <a:t>	+49 (0) 711 685-</a:t>
            </a:r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3832914" y="3001893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832914" y="3249157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2174400" y="3693600"/>
            <a:ext cx="2500012" cy="2186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University of Stuttgart</a:t>
            </a:r>
            <a:endParaRPr lang="de-DE" dirty="0" smtClean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174400" y="391229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Abteilung oder Institutsname</a:t>
            </a:r>
            <a:endParaRPr lang="de-DE" dirty="0" smtClean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17045" y="2757117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Adresse eingeben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410400" y="1508400"/>
            <a:ext cx="216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z="2000" b="1" smtClean="0"/>
              <a:t>Thank</a:t>
            </a:r>
            <a:r>
              <a:rPr lang="de-DE" sz="2000" b="1" baseline="0" smtClean="0"/>
              <a:t> you!</a:t>
            </a:r>
            <a:endParaRPr lang="de-DE" sz="2000" b="1" dirty="0" smtClean="0"/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4400" y="656409"/>
            <a:ext cx="1628471" cy="1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96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1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6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10400" y="21240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325600"/>
            <a:ext cx="3290054" cy="216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2174400" y="2757600"/>
            <a:ext cx="2211862" cy="808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e-mail	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phone 	+49 (0) 711 685-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fax 	+49 (0) 711 685-</a:t>
            </a:r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3832914" y="3001893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832914" y="3249157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2174400" y="3693600"/>
            <a:ext cx="2500012" cy="2186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>
                <a:solidFill>
                  <a:schemeClr val="bg1"/>
                </a:solidFill>
              </a:rPr>
              <a:t>University</a:t>
            </a:r>
            <a:r>
              <a:rPr lang="de-DE" baseline="0" smtClean="0">
                <a:solidFill>
                  <a:schemeClr val="bg1"/>
                </a:solidFill>
              </a:rPr>
              <a:t> of</a:t>
            </a:r>
            <a:r>
              <a:rPr lang="de-DE" smtClean="0">
                <a:solidFill>
                  <a:schemeClr val="bg1"/>
                </a:solidFill>
              </a:rPr>
              <a:t> Stuttgart</a:t>
            </a:r>
            <a:endParaRPr lang="de-DE" dirty="0" smtClean="0">
              <a:solidFill>
                <a:schemeClr val="bg1"/>
              </a:solidFill>
            </a:endParaRP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174400" y="391229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Abteilung oder Institutsname</a:t>
            </a:r>
            <a:endParaRPr lang="de-DE" dirty="0" smtClean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17045" y="2757117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Adresse eingeben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410400" y="1512000"/>
            <a:ext cx="216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z="2000" b="1" dirty="0" err="1" smtClean="0">
                <a:solidFill>
                  <a:schemeClr val="bg1"/>
                </a:solidFill>
              </a:rPr>
              <a:t>Thank</a:t>
            </a:r>
            <a:r>
              <a:rPr lang="de-DE" sz="2000" b="1" dirty="0" smtClean="0">
                <a:solidFill>
                  <a:schemeClr val="bg1"/>
                </a:solidFill>
              </a:rPr>
              <a:t> </a:t>
            </a:r>
            <a:r>
              <a:rPr lang="de-DE" sz="2000" b="1" dirty="0" err="1" smtClean="0">
                <a:solidFill>
                  <a:schemeClr val="bg1"/>
                </a:solidFill>
              </a:rPr>
              <a:t>you</a:t>
            </a:r>
            <a:r>
              <a:rPr lang="de-DE" sz="2000" b="1" dirty="0" smtClean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4168014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Adresse</a:t>
            </a:r>
            <a:endParaRPr lang="de-DE" dirty="0" smtClean="0"/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 rotWithShape="1"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4400" y="656409"/>
            <a:ext cx="1628471" cy="1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20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13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4168800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Adresse</a:t>
            </a:r>
            <a:endParaRPr lang="de-DE" dirty="0" smtClean="0"/>
          </a:p>
        </p:txBody>
      </p:sp>
      <p:sp>
        <p:nvSpPr>
          <p:cNvPr id="6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396000" y="21240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325600"/>
            <a:ext cx="3290054" cy="216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2174400" y="2757600"/>
            <a:ext cx="2211862" cy="808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e-mail</a:t>
            </a:r>
            <a:r>
              <a:rPr lang="de-DE" dirty="0" smtClean="0"/>
              <a:t>	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phone </a:t>
            </a:r>
            <a:r>
              <a:rPr lang="de-DE" dirty="0" smtClean="0"/>
              <a:t>	+49 (0) 711 685-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>
                <a:tab pos="541338" algn="l"/>
              </a:tabLst>
              <a:defRPr/>
            </a:pPr>
            <a:r>
              <a:rPr lang="de-DE" smtClean="0"/>
              <a:t>fax </a:t>
            </a:r>
            <a:r>
              <a:rPr lang="de-DE" dirty="0" smtClean="0"/>
              <a:t>	+49 (0) 711 685-</a:t>
            </a:r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3832914" y="3001893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832914" y="3249157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2174400" y="3693600"/>
            <a:ext cx="2500012" cy="2186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/>
              <a:t>University of Stuttgart</a:t>
            </a:r>
            <a:endParaRPr lang="de-DE" dirty="0" smtClean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174400" y="391229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Abteilung oder Institutsname</a:t>
            </a:r>
            <a:endParaRPr lang="de-DE" dirty="0" smtClean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17045" y="2757117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Adresse eingeben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396000" y="1512000"/>
            <a:ext cx="216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z="2000" b="1" dirty="0" err="1" smtClean="0"/>
              <a:t>Thank</a:t>
            </a:r>
            <a:r>
              <a:rPr lang="de-DE" sz="2000" b="1" baseline="0" dirty="0" smtClean="0"/>
              <a:t> </a:t>
            </a:r>
            <a:r>
              <a:rPr lang="de-DE" sz="2000" b="1" baseline="0" dirty="0" err="1" smtClean="0"/>
              <a:t>you</a:t>
            </a:r>
            <a:r>
              <a:rPr lang="de-DE" sz="2000" b="1" baseline="0" dirty="0" smtClean="0"/>
              <a:t>!</a:t>
            </a:r>
            <a:endParaRPr lang="de-DE" sz="2000" b="1" dirty="0" smtClean="0"/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smtClean="0"/>
              <a:t>Institutsname max. 2-zeilig, bitte hier klicken und überschreiben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4204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1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6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10400" y="21240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325600"/>
            <a:ext cx="3290054" cy="216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Name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2174400" y="2757600"/>
            <a:ext cx="2211862" cy="808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e-mail	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phone 	+49 (0) 711 685-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smtClean="0">
                <a:solidFill>
                  <a:schemeClr val="bg1"/>
                </a:solidFill>
              </a:rPr>
              <a:t>fax 	+49 (0) 711 685-</a:t>
            </a:r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3832914" y="3001893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832914" y="3249157"/>
            <a:ext cx="649267" cy="23833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###-##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2174400" y="3693600"/>
            <a:ext cx="2500012" cy="2186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mtClean="0">
                <a:solidFill>
                  <a:schemeClr val="bg1"/>
                </a:solidFill>
              </a:rPr>
              <a:t>University</a:t>
            </a:r>
            <a:r>
              <a:rPr lang="de-DE" baseline="0" smtClean="0">
                <a:solidFill>
                  <a:schemeClr val="bg1"/>
                </a:solidFill>
              </a:rPr>
              <a:t> of</a:t>
            </a:r>
            <a:r>
              <a:rPr lang="de-DE" smtClean="0">
                <a:solidFill>
                  <a:schemeClr val="bg1"/>
                </a:solidFill>
              </a:rPr>
              <a:t> Stuttgart</a:t>
            </a:r>
            <a:endParaRPr lang="de-DE" dirty="0" smtClean="0">
              <a:solidFill>
                <a:schemeClr val="bg1"/>
              </a:solidFill>
            </a:endParaRP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174400" y="391229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Abteilung oder Institutsname</a:t>
            </a:r>
            <a:endParaRPr lang="de-DE" dirty="0" smtClean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17045" y="2757117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smtClean="0"/>
              <a:t>Adresse eingeben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396000" y="1512000"/>
            <a:ext cx="216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z="2000" b="1" dirty="0" err="1" smtClean="0">
                <a:solidFill>
                  <a:schemeClr val="bg1"/>
                </a:solidFill>
              </a:rPr>
              <a:t>Thank</a:t>
            </a:r>
            <a:r>
              <a:rPr lang="de-DE" sz="2000" b="1" dirty="0" smtClean="0">
                <a:solidFill>
                  <a:schemeClr val="bg1"/>
                </a:solidFill>
              </a:rPr>
              <a:t> </a:t>
            </a:r>
            <a:r>
              <a:rPr lang="de-DE" sz="2000" b="1" dirty="0" err="1" smtClean="0">
                <a:solidFill>
                  <a:schemeClr val="bg1"/>
                </a:solidFill>
              </a:rPr>
              <a:t>you</a:t>
            </a:r>
            <a:r>
              <a:rPr lang="de-DE" sz="2000" b="1" dirty="0" smtClean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4168014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mtClean="0"/>
              <a:t>Adresse</a:t>
            </a:r>
            <a:endParaRPr lang="de-DE" dirty="0" smtClean="0"/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Institutsname max. 2-zeilig, bitte hier klicken und überschreiben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374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396000"/>
            <a:ext cx="8207375" cy="2782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597025"/>
            <a:ext cx="8207375" cy="34925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4400" y="5418000"/>
            <a:ext cx="532800" cy="126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r>
              <a:rPr lang="en-US" smtClean="0"/>
              <a:t>1/20/2016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313" y="5418000"/>
            <a:ext cx="6061913" cy="12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University of Stuttgart, IAS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9200" y="5418000"/>
            <a:ext cx="223200" cy="126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90" r:id="rId3"/>
    <p:sldLayoutId id="2147483662" r:id="rId4"/>
    <p:sldLayoutId id="2147483663" r:id="rId5"/>
    <p:sldLayoutId id="2147483676" r:id="rId6"/>
    <p:sldLayoutId id="2147483680" r:id="rId7"/>
    <p:sldLayoutId id="2147483664" r:id="rId8"/>
    <p:sldLayoutId id="2147483665" r:id="rId9"/>
    <p:sldLayoutId id="2147483677" r:id="rId10"/>
    <p:sldLayoutId id="2147483678" r:id="rId11"/>
    <p:sldLayoutId id="2147483679" r:id="rId12"/>
    <p:sldLayoutId id="2147483684" r:id="rId13"/>
    <p:sldLayoutId id="2147483685" r:id="rId14"/>
    <p:sldLayoutId id="2147483682" r:id="rId15"/>
    <p:sldLayoutId id="2147483681" r:id="rId16"/>
    <p:sldLayoutId id="2147483683" r:id="rId17"/>
    <p:sldLayoutId id="2147483666" r:id="rId18"/>
    <p:sldLayoutId id="2147483667" r:id="rId19"/>
    <p:sldLayoutId id="2147483686" r:id="rId20"/>
    <p:sldLayoutId id="2147483687" r:id="rId21"/>
    <p:sldLayoutId id="2147483688" r:id="rId22"/>
    <p:sldLayoutId id="2147483689" r:id="rId23"/>
  </p:sldLayoutIdLst>
  <p:timing>
    <p:tnLst>
      <p:par>
        <p:cTn id="1" dur="indefinite" restart="never" nodeType="tmRoot"/>
      </p:par>
    </p:tnLst>
  </p:timing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41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176213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25" indent="-1841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76213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006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54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5" name="Textplatzhalter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de-DE" dirty="0" smtClean="0"/>
              <a:t>Institute </a:t>
            </a:r>
            <a:r>
              <a:rPr lang="de-DE" dirty="0" err="1" smtClean="0"/>
              <a:t>of</a:t>
            </a:r>
            <a:r>
              <a:rPr lang="de-DE" dirty="0" smtClean="0"/>
              <a:t> Industrial Automation</a:t>
            </a:r>
          </a:p>
          <a:p>
            <a:pPr>
              <a:spcBef>
                <a:spcPts val="0"/>
              </a:spcBef>
            </a:pPr>
            <a:r>
              <a:rPr lang="de-DE" dirty="0" err="1" smtClean="0"/>
              <a:t>and</a:t>
            </a:r>
            <a:r>
              <a:rPr lang="de-DE" dirty="0" smtClean="0"/>
              <a:t> Software Engineering</a:t>
            </a:r>
            <a:endParaRPr lang="de-DE" dirty="0"/>
          </a:p>
        </p:txBody>
      </p:sp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Untertitel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Picture 27" descr="Logo_allein_kle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53526" y="5192129"/>
            <a:ext cx="922162" cy="4176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033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1/20/2016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University </a:t>
            </a:r>
            <a:r>
              <a:rPr lang="de-DE" dirty="0" err="1" smtClean="0"/>
              <a:t>of</a:t>
            </a:r>
            <a:r>
              <a:rPr lang="de-DE" dirty="0" smtClean="0"/>
              <a:t> Stuttgart, IAS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4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0" name="Textplatzhalter 1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de-DE" dirty="0" smtClean="0"/>
              <a:t>Institut </a:t>
            </a:r>
            <a:r>
              <a:rPr lang="de-DE" dirty="0" err="1" smtClean="0"/>
              <a:t>of</a:t>
            </a:r>
            <a:r>
              <a:rPr lang="de-DE" dirty="0" smtClean="0"/>
              <a:t> Industrial Automation</a:t>
            </a:r>
          </a:p>
          <a:p>
            <a:pPr>
              <a:spcBef>
                <a:spcPts val="0"/>
              </a:spcBef>
            </a:pPr>
            <a:r>
              <a:rPr lang="de-DE" dirty="0" err="1" smtClean="0"/>
              <a:t>and</a:t>
            </a:r>
            <a:r>
              <a:rPr lang="de-DE" dirty="0" smtClean="0"/>
              <a:t> Software Engineering</a:t>
            </a:r>
            <a:endParaRPr lang="de-DE" dirty="0"/>
          </a:p>
        </p:txBody>
      </p:sp>
      <p:sp>
        <p:nvSpPr>
          <p:cNvPr id="11" name="Ellipse 10"/>
          <p:cNvSpPr/>
          <p:nvPr/>
        </p:nvSpPr>
        <p:spPr>
          <a:xfrm>
            <a:off x="7761065" y="4580497"/>
            <a:ext cx="906842" cy="9068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smtClean="0"/>
          </a:p>
        </p:txBody>
      </p:sp>
      <p:pic>
        <p:nvPicPr>
          <p:cNvPr id="10" name="Picture 27" descr="Logo_allein_klein"/>
          <p:cNvPicPr>
            <a:picLocks noChangeAspect="1" noChangeArrowheads="1"/>
          </p:cNvPicPr>
          <p:nvPr/>
        </p:nvPicPr>
        <p:blipFill rotWithShape="1">
          <a:blip r:embed="rId2" cstate="print"/>
          <a:srcRect t="-58805" b="-57688"/>
          <a:stretch/>
        </p:blipFill>
        <p:spPr bwMode="auto">
          <a:xfrm>
            <a:off x="7761065" y="4579145"/>
            <a:ext cx="906842" cy="904874"/>
          </a:xfrm>
          <a:prstGeom prst="ellipse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009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ni_Stuttgart">
  <a:themeElements>
    <a:clrScheme name="UNI COLO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9388" indent="-179388"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 Vorlage International_16zu10.potx" id="{EEF73C58-E8FD-4D51-872B-41F250AD6A62}" vid="{DEDCFEFF-E63B-42F1-9341-A933EFF6A357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 Vorlage International_16zu10</Template>
  <TotalTime>0</TotalTime>
  <Words>28</Words>
  <Application>Microsoft Office PowerPoint</Application>
  <PresentationFormat>Bildschirmpräsentation (16:10)</PresentationFormat>
  <Paragraphs>11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5" baseType="lpstr">
      <vt:lpstr>Arial</vt:lpstr>
      <vt:lpstr>Uni_Stuttgart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Maschler</dc:creator>
  <cp:lastModifiedBy/>
  <cp:revision>1</cp:revision>
  <dcterms:created xsi:type="dcterms:W3CDTF">2017-05-26T12:23:14Z</dcterms:created>
  <dcterms:modified xsi:type="dcterms:W3CDTF">2017-06-01T12:32:52Z</dcterms:modified>
</cp:coreProperties>
</file>